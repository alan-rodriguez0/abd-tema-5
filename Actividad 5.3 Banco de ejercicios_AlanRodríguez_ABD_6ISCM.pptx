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Glacial Indifference" panose="020B0604020202020204" charset="0"/>
      <p:regular r:id="rId23"/>
    </p:embeddedFont>
    <p:embeddedFont>
      <p:font typeface="Glacial Indifference Bold" panose="020B0604020202020204" charset="0"/>
      <p:regular r:id="rId24"/>
    </p:embeddedFont>
    <p:embeddedFont>
      <p:font typeface="Montserrat Light" panose="00000400000000000000" pitchFamily="2" charset="0"/>
      <p:regular r:id="rId25"/>
      <p:italic r:id="rId26"/>
    </p:embeddedFont>
    <p:embeddedFont>
      <p:font typeface="Montserrat Light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58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lan-Rodriguez0/TBD-Unidad-6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44547" y="197121"/>
            <a:ext cx="1914753" cy="1565042"/>
          </a:xfrm>
          <a:custGeom>
            <a:avLst/>
            <a:gdLst/>
            <a:ahLst/>
            <a:cxnLst/>
            <a:rect l="l" t="t" r="r" b="b"/>
            <a:pathLst>
              <a:path w="1914753" h="1565042">
                <a:moveTo>
                  <a:pt x="0" y="0"/>
                </a:moveTo>
                <a:lnTo>
                  <a:pt x="1914753" y="0"/>
                </a:lnTo>
                <a:lnTo>
                  <a:pt x="1914753" y="1565042"/>
                </a:lnTo>
                <a:lnTo>
                  <a:pt x="0" y="1565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4000" y="197121"/>
            <a:ext cx="4491635" cy="1006559"/>
          </a:xfrm>
          <a:custGeom>
            <a:avLst/>
            <a:gdLst/>
            <a:ahLst/>
            <a:cxnLst/>
            <a:rect l="l" t="t" r="r" b="b"/>
            <a:pathLst>
              <a:path w="4491635" h="1006559">
                <a:moveTo>
                  <a:pt x="0" y="0"/>
                </a:moveTo>
                <a:lnTo>
                  <a:pt x="4491635" y="0"/>
                </a:lnTo>
                <a:lnTo>
                  <a:pt x="4491635" y="1006559"/>
                </a:lnTo>
                <a:lnTo>
                  <a:pt x="0" y="1006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82876" y="197121"/>
            <a:ext cx="2522249" cy="1234851"/>
          </a:xfrm>
          <a:custGeom>
            <a:avLst/>
            <a:gdLst/>
            <a:ahLst/>
            <a:cxnLst/>
            <a:rect l="l" t="t" r="r" b="b"/>
            <a:pathLst>
              <a:path w="2522249" h="1234851">
                <a:moveTo>
                  <a:pt x="0" y="0"/>
                </a:moveTo>
                <a:lnTo>
                  <a:pt x="2522248" y="0"/>
                </a:lnTo>
                <a:lnTo>
                  <a:pt x="2522248" y="1234851"/>
                </a:lnTo>
                <a:lnTo>
                  <a:pt x="0" y="1234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51350" y="1393317"/>
            <a:ext cx="15785300" cy="8567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</a:pP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 </a:t>
            </a:r>
            <a:r>
              <a:rPr lang="en-US" sz="1899" b="1" spc="186" dirty="0" err="1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Tecnológico</a:t>
            </a: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 Nacional de México</a:t>
            </a:r>
          </a:p>
          <a:p>
            <a:pPr algn="ctr">
              <a:lnSpc>
                <a:spcPts val="2621"/>
              </a:lnSpc>
            </a:pP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Instituto </a:t>
            </a:r>
            <a:r>
              <a:rPr lang="en-US" sz="1899" b="1" spc="186" dirty="0" err="1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Tecnológico</a:t>
            </a: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 de Frontera </a:t>
            </a:r>
            <a:r>
              <a:rPr lang="en-US" sz="1899" b="1" spc="186" dirty="0" err="1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Comalapa</a:t>
            </a:r>
            <a:endParaRPr lang="en-US" sz="1899" b="1" spc="186" dirty="0">
              <a:solidFill>
                <a:srgbClr val="191919"/>
              </a:solidFill>
              <a:latin typeface="Montserrat Light Bold"/>
              <a:ea typeface="Montserrat Light Bold"/>
              <a:cs typeface="Montserrat Light Bold"/>
              <a:sym typeface="Montserrat Light Bold"/>
            </a:endParaRPr>
          </a:p>
          <a:p>
            <a:pPr algn="ctr">
              <a:lnSpc>
                <a:spcPts val="2621"/>
              </a:lnSpc>
            </a:pPr>
            <a:endParaRPr lang="en-US" sz="1899" b="1" spc="186" dirty="0">
              <a:solidFill>
                <a:srgbClr val="191919"/>
              </a:solidFill>
              <a:latin typeface="Montserrat Light Bold"/>
              <a:ea typeface="Montserrat Light Bold"/>
              <a:cs typeface="Montserrat Light Bold"/>
              <a:sym typeface="Montserrat Light Bold"/>
            </a:endParaRPr>
          </a:p>
          <a:p>
            <a:pPr algn="ctr">
              <a:lnSpc>
                <a:spcPts val="2621"/>
              </a:lnSpc>
            </a:pP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Carrera:</a:t>
            </a:r>
          </a:p>
          <a:p>
            <a:pPr algn="ctr">
              <a:lnSpc>
                <a:spcPts val="2621"/>
              </a:lnSpc>
            </a:pPr>
            <a:r>
              <a:rPr lang="en-US" sz="1899" spc="186" dirty="0" err="1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Ingeniería</a:t>
            </a: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1899" spc="186" dirty="0" err="1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</a:t>
            </a: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1899" spc="186" dirty="0" err="1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Sistemas</a:t>
            </a: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1899" spc="186" dirty="0" err="1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Computacionales</a:t>
            </a:r>
            <a:endParaRPr lang="en-US" sz="1899" spc="186" dirty="0">
              <a:solidFill>
                <a:srgbClr val="19191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algn="ctr">
              <a:lnSpc>
                <a:spcPts val="2621"/>
              </a:lnSpc>
            </a:pPr>
            <a:endParaRPr lang="en-US" sz="1899" spc="186" dirty="0">
              <a:solidFill>
                <a:srgbClr val="19191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algn="ctr">
              <a:lnSpc>
                <a:spcPts val="2621"/>
              </a:lnSpc>
            </a:pP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Materia:</a:t>
            </a:r>
          </a:p>
          <a:p>
            <a:pPr algn="ctr">
              <a:lnSpc>
                <a:spcPts val="2621"/>
              </a:lnSpc>
            </a:pPr>
            <a:r>
              <a:rPr lang="en-US" sz="1899" spc="186" dirty="0" err="1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Administración</a:t>
            </a: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Base de </a:t>
            </a:r>
            <a:r>
              <a:rPr lang="en-US" sz="1899" spc="186" dirty="0" err="1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Datos</a:t>
            </a:r>
            <a:endParaRPr lang="en-US" sz="1899" spc="186" dirty="0">
              <a:solidFill>
                <a:srgbClr val="19191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algn="ctr">
              <a:lnSpc>
                <a:spcPts val="2621"/>
              </a:lnSpc>
            </a:pPr>
            <a:endParaRPr lang="en-US" sz="1899" spc="186" dirty="0">
              <a:solidFill>
                <a:srgbClr val="19191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algn="ctr">
              <a:lnSpc>
                <a:spcPts val="2621"/>
              </a:lnSpc>
            </a:pPr>
            <a:r>
              <a:rPr lang="en-US" sz="1899" b="1" spc="186" dirty="0" err="1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Ejercicios</a:t>
            </a: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:</a:t>
            </a:r>
          </a:p>
          <a:p>
            <a:pPr algn="ctr">
              <a:lnSpc>
                <a:spcPts val="2621"/>
              </a:lnSpc>
            </a:pPr>
            <a:r>
              <a:rPr lang="en-US" sz="1899" spc="186" dirty="0" err="1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Consumo</a:t>
            </a: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</a:t>
            </a:r>
            <a:r>
              <a:rPr lang="en-US" sz="1899" spc="186" dirty="0" err="1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microservicios</a:t>
            </a: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con Angular</a:t>
            </a:r>
          </a:p>
          <a:p>
            <a:pPr algn="ctr">
              <a:lnSpc>
                <a:spcPts val="2621"/>
              </a:lnSpc>
            </a:pPr>
            <a:endParaRPr lang="en-US" sz="1899" spc="186" dirty="0">
              <a:solidFill>
                <a:srgbClr val="19191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algn="ctr">
              <a:lnSpc>
                <a:spcPts val="2621"/>
              </a:lnSpc>
            </a:pPr>
            <a:r>
              <a:rPr lang="en-US" sz="1899" b="1" spc="186" dirty="0" err="1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Docente</a:t>
            </a: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:</a:t>
            </a:r>
          </a:p>
          <a:p>
            <a:pPr algn="ctr">
              <a:lnSpc>
                <a:spcPts val="2621"/>
              </a:lnSpc>
            </a:pP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Ing. Francisco Javier Mingo Velázquez</a:t>
            </a:r>
          </a:p>
          <a:p>
            <a:pPr algn="ctr">
              <a:lnSpc>
                <a:spcPts val="2621"/>
              </a:lnSpc>
            </a:pPr>
            <a:endParaRPr lang="en-US" sz="1899" spc="186" dirty="0">
              <a:solidFill>
                <a:srgbClr val="19191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algn="ctr">
              <a:lnSpc>
                <a:spcPts val="2621"/>
              </a:lnSpc>
            </a:pPr>
            <a:r>
              <a:rPr lang="en-US" sz="1899" b="1" spc="186" dirty="0" err="1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Estudiante</a:t>
            </a: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:</a:t>
            </a:r>
          </a:p>
          <a:p>
            <a:pPr algn="ctr">
              <a:lnSpc>
                <a:spcPts val="2621"/>
              </a:lnSpc>
            </a:pP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Alan Eduardo Rodríguez Silvestre</a:t>
            </a:r>
          </a:p>
          <a:p>
            <a:pPr algn="ctr">
              <a:lnSpc>
                <a:spcPts val="2621"/>
              </a:lnSpc>
            </a:pPr>
            <a:endParaRPr lang="en-US" sz="1899" spc="186" dirty="0">
              <a:solidFill>
                <a:srgbClr val="19191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algn="ctr">
              <a:lnSpc>
                <a:spcPts val="2621"/>
              </a:lnSpc>
            </a:pPr>
            <a:r>
              <a:rPr lang="en-US" sz="1899" b="1" spc="186" dirty="0" err="1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Número</a:t>
            </a: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 de control:</a:t>
            </a:r>
          </a:p>
          <a:p>
            <a:pPr algn="ctr">
              <a:lnSpc>
                <a:spcPts val="2621"/>
              </a:lnSpc>
            </a:pP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221260062</a:t>
            </a:r>
          </a:p>
          <a:p>
            <a:pPr algn="ctr">
              <a:lnSpc>
                <a:spcPts val="2621"/>
              </a:lnSpc>
            </a:pPr>
            <a:endParaRPr lang="en-US" sz="1899" spc="186" dirty="0">
              <a:solidFill>
                <a:srgbClr val="19191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algn="ctr">
              <a:lnSpc>
                <a:spcPts val="2621"/>
              </a:lnSpc>
            </a:pPr>
            <a:r>
              <a:rPr lang="en-US" sz="1899" b="1" spc="186" dirty="0" err="1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Semestre</a:t>
            </a: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: </a:t>
            </a:r>
          </a:p>
          <a:p>
            <a:pPr algn="ctr">
              <a:lnSpc>
                <a:spcPts val="2621"/>
              </a:lnSpc>
            </a:pP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6°</a:t>
            </a:r>
          </a:p>
          <a:p>
            <a:pPr algn="ctr">
              <a:lnSpc>
                <a:spcPts val="2621"/>
              </a:lnSpc>
            </a:pPr>
            <a:endParaRPr lang="en-US" sz="1899" spc="186" dirty="0">
              <a:solidFill>
                <a:srgbClr val="19191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algn="ctr">
              <a:lnSpc>
                <a:spcPts val="2621"/>
              </a:lnSpc>
            </a:pPr>
            <a:r>
              <a:rPr lang="en-US" sz="1899" b="1" spc="186" dirty="0" err="1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Fecha</a:t>
            </a: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 de </a:t>
            </a:r>
            <a:r>
              <a:rPr lang="en-US" sz="1899" b="1" spc="186" dirty="0" err="1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entrega</a:t>
            </a:r>
            <a:r>
              <a:rPr lang="en-US" sz="1899" b="1" spc="186" dirty="0">
                <a:solidFill>
                  <a:srgbClr val="191919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: </a:t>
            </a:r>
          </a:p>
          <a:p>
            <a:pPr algn="ctr">
              <a:lnSpc>
                <a:spcPts val="2621"/>
              </a:lnSpc>
            </a:pP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11 de </a:t>
            </a:r>
            <a:r>
              <a:rPr lang="en-US" sz="1899" spc="186" dirty="0" err="1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junio</a:t>
            </a:r>
            <a:r>
              <a:rPr lang="en-US" sz="1899" spc="186" dirty="0">
                <a:solidFill>
                  <a:srgbClr val="19191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81655" y="266699"/>
            <a:ext cx="832469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 spc="42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INTRODUCCION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94502"/>
            <a:ext cx="16230600" cy="5360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practica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anterior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llevé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cabo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implementación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la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herramienta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Angular con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objetivo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desarrollar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una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interfaz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web que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permitiera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consumir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los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microservicios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creados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anteriormente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</a:t>
            </a:r>
          </a:p>
          <a:p>
            <a:pPr algn="just">
              <a:lnSpc>
                <a:spcPts val="4249"/>
              </a:lnSpc>
            </a:pPr>
            <a:endParaRPr lang="en-US" sz="3399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4249"/>
              </a:lnSpc>
            </a:pP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ello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cree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una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interfaz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web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interactiva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cual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permite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operaciones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CRUD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básicas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son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insertar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consultar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actualizar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eliminar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datos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just">
              <a:lnSpc>
                <a:spcPts val="4249"/>
              </a:lnSpc>
            </a:pPr>
            <a:endParaRPr lang="en-US" sz="3399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4249"/>
              </a:lnSpc>
            </a:pP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Por lo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cual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se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presenta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continuación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ciertos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ejercicios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consisten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probar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funcionamiento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esta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interfaz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través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operaciones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básicas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como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consultar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insertar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actualizar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eliminar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datos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81655" y="266699"/>
            <a:ext cx="832469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 spc="42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JUSTIFICACION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94502"/>
            <a:ext cx="16230600" cy="3920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4"/>
              </a:lnSpc>
            </a:pP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Considero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esta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actividad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es de gran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importancia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ya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a traves de la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interfaz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web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creada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Angular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nos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permitirá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consumir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los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microservicios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creados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anteriormente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pudiendo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realizar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operaciones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basicas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cono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consultar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insertas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actualizer y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eliminar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datos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just">
              <a:lnSpc>
                <a:spcPts val="4374"/>
              </a:lnSpc>
            </a:pPr>
            <a:endParaRPr lang="en-US" sz="3499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4374"/>
              </a:lnSpc>
            </a:pP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Asi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mismo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es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importante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ya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nos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permitira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validar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la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conexión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entre la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interfaz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web y la base de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datos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fue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efectiva</a:t>
            </a:r>
            <a:r>
              <a:rPr lang="en-US" sz="34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20248" y="2793497"/>
            <a:ext cx="12847503" cy="4700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8"/>
              </a:lnSpc>
            </a:pPr>
            <a:r>
              <a:rPr lang="en-US" sz="8000" b="1" spc="845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CONSUMO DE MICROSERVICIOS CON ANGULAR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348287" y="266699"/>
            <a:ext cx="9591426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37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INSERTAR DATOS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09650"/>
            <a:ext cx="16230600" cy="43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8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Ejercicio 1:</a:t>
            </a:r>
            <a:r>
              <a:rPr lang="en-US" sz="28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probar el funcionamiento de la aplicación web insertando los datos de 5 cursos.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635305"/>
            <a:ext cx="162306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Resultados:</a:t>
            </a:r>
          </a:p>
        </p:txBody>
      </p:sp>
      <p:sp>
        <p:nvSpPr>
          <p:cNvPr id="4" name="Freeform 4"/>
          <p:cNvSpPr/>
          <p:nvPr/>
        </p:nvSpPr>
        <p:spPr>
          <a:xfrm>
            <a:off x="251298" y="3500235"/>
            <a:ext cx="8768966" cy="4676072"/>
          </a:xfrm>
          <a:custGeom>
            <a:avLst/>
            <a:gdLst/>
            <a:ahLst/>
            <a:cxnLst/>
            <a:rect l="l" t="t" r="r" b="b"/>
            <a:pathLst>
              <a:path w="8768966" h="4932543">
                <a:moveTo>
                  <a:pt x="0" y="0"/>
                </a:moveTo>
                <a:lnTo>
                  <a:pt x="8768965" y="0"/>
                </a:lnTo>
                <a:lnTo>
                  <a:pt x="8768965" y="4932544"/>
                </a:lnTo>
                <a:lnTo>
                  <a:pt x="0" y="4932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" b="-548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267735" y="3500235"/>
            <a:ext cx="8768966" cy="4676072"/>
          </a:xfrm>
          <a:custGeom>
            <a:avLst/>
            <a:gdLst/>
            <a:ahLst/>
            <a:cxnLst/>
            <a:rect l="l" t="t" r="r" b="b"/>
            <a:pathLst>
              <a:path w="8768966" h="4932543">
                <a:moveTo>
                  <a:pt x="0" y="0"/>
                </a:moveTo>
                <a:lnTo>
                  <a:pt x="8768965" y="0"/>
                </a:lnTo>
                <a:lnTo>
                  <a:pt x="8768965" y="4932544"/>
                </a:lnTo>
                <a:lnTo>
                  <a:pt x="0" y="49325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" b="-5485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8891" y="2801980"/>
            <a:ext cx="8793741" cy="4683040"/>
          </a:xfrm>
          <a:custGeom>
            <a:avLst/>
            <a:gdLst/>
            <a:ahLst/>
            <a:cxnLst/>
            <a:rect l="l" t="t" r="r" b="b"/>
            <a:pathLst>
              <a:path w="8793741" h="4946479">
                <a:moveTo>
                  <a:pt x="0" y="0"/>
                </a:moveTo>
                <a:lnTo>
                  <a:pt x="8793741" y="0"/>
                </a:lnTo>
                <a:lnTo>
                  <a:pt x="8793741" y="4946480"/>
                </a:lnTo>
                <a:lnTo>
                  <a:pt x="0" y="4946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1" b="-562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45368" y="2801980"/>
            <a:ext cx="8793741" cy="4683039"/>
          </a:xfrm>
          <a:custGeom>
            <a:avLst/>
            <a:gdLst/>
            <a:ahLst/>
            <a:cxnLst/>
            <a:rect l="l" t="t" r="r" b="b"/>
            <a:pathLst>
              <a:path w="8793741" h="4946479">
                <a:moveTo>
                  <a:pt x="0" y="0"/>
                </a:moveTo>
                <a:lnTo>
                  <a:pt x="8793741" y="0"/>
                </a:lnTo>
                <a:lnTo>
                  <a:pt x="8793741" y="4946480"/>
                </a:lnTo>
                <a:lnTo>
                  <a:pt x="0" y="4946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1" b="-5626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8292" y="2799729"/>
            <a:ext cx="8809746" cy="4687541"/>
          </a:xfrm>
          <a:custGeom>
            <a:avLst/>
            <a:gdLst/>
            <a:ahLst/>
            <a:cxnLst/>
            <a:rect l="l" t="t" r="r" b="b"/>
            <a:pathLst>
              <a:path w="8809746" h="4955482">
                <a:moveTo>
                  <a:pt x="0" y="0"/>
                </a:moveTo>
                <a:lnTo>
                  <a:pt x="8809745" y="0"/>
                </a:lnTo>
                <a:lnTo>
                  <a:pt x="8809745" y="4955482"/>
                </a:lnTo>
                <a:lnTo>
                  <a:pt x="0" y="4955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71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39961" y="2799729"/>
            <a:ext cx="8809746" cy="4687541"/>
          </a:xfrm>
          <a:custGeom>
            <a:avLst/>
            <a:gdLst/>
            <a:ahLst/>
            <a:cxnLst/>
            <a:rect l="l" t="t" r="r" b="b"/>
            <a:pathLst>
              <a:path w="8809746" h="4955482">
                <a:moveTo>
                  <a:pt x="0" y="0"/>
                </a:moveTo>
                <a:lnTo>
                  <a:pt x="8809745" y="0"/>
                </a:lnTo>
                <a:lnTo>
                  <a:pt x="8809745" y="4955482"/>
                </a:lnTo>
                <a:lnTo>
                  <a:pt x="0" y="49554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716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95723" y="2878199"/>
            <a:ext cx="8646403" cy="4530601"/>
          </a:xfrm>
          <a:custGeom>
            <a:avLst/>
            <a:gdLst/>
            <a:ahLst/>
            <a:cxnLst/>
            <a:rect l="l" t="t" r="r" b="b"/>
            <a:pathLst>
              <a:path w="8646403" h="4863602">
                <a:moveTo>
                  <a:pt x="0" y="0"/>
                </a:moveTo>
                <a:lnTo>
                  <a:pt x="8646403" y="0"/>
                </a:lnTo>
                <a:lnTo>
                  <a:pt x="8646403" y="4863602"/>
                </a:lnTo>
                <a:lnTo>
                  <a:pt x="0" y="4863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1" b="-735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45874" y="2878199"/>
            <a:ext cx="8646403" cy="4530601"/>
          </a:xfrm>
          <a:custGeom>
            <a:avLst/>
            <a:gdLst/>
            <a:ahLst/>
            <a:cxnLst/>
            <a:rect l="l" t="t" r="r" b="b"/>
            <a:pathLst>
              <a:path w="8646403" h="4863602">
                <a:moveTo>
                  <a:pt x="0" y="0"/>
                </a:moveTo>
                <a:lnTo>
                  <a:pt x="8646403" y="0"/>
                </a:lnTo>
                <a:lnTo>
                  <a:pt x="8646403" y="4863602"/>
                </a:lnTo>
                <a:lnTo>
                  <a:pt x="0" y="4863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1" b="-7351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8405" y="2805530"/>
            <a:ext cx="8867124" cy="4675940"/>
          </a:xfrm>
          <a:custGeom>
            <a:avLst/>
            <a:gdLst/>
            <a:ahLst/>
            <a:cxnLst/>
            <a:rect l="l" t="t" r="r" b="b"/>
            <a:pathLst>
              <a:path w="8867124" h="4987757">
                <a:moveTo>
                  <a:pt x="0" y="0"/>
                </a:moveTo>
                <a:lnTo>
                  <a:pt x="8867125" y="0"/>
                </a:lnTo>
                <a:lnTo>
                  <a:pt x="8867125" y="4987758"/>
                </a:lnTo>
                <a:lnTo>
                  <a:pt x="0" y="4987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" b="-666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42471" y="2805530"/>
            <a:ext cx="8867124" cy="4675940"/>
          </a:xfrm>
          <a:custGeom>
            <a:avLst/>
            <a:gdLst/>
            <a:ahLst/>
            <a:cxnLst/>
            <a:rect l="l" t="t" r="r" b="b"/>
            <a:pathLst>
              <a:path w="8867124" h="4987757">
                <a:moveTo>
                  <a:pt x="0" y="0"/>
                </a:moveTo>
                <a:lnTo>
                  <a:pt x="8867125" y="0"/>
                </a:lnTo>
                <a:lnTo>
                  <a:pt x="8867125" y="4987758"/>
                </a:lnTo>
                <a:lnTo>
                  <a:pt x="0" y="4987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" b="-6669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40944" y="2552700"/>
            <a:ext cx="13606111" cy="7239000"/>
          </a:xfrm>
          <a:custGeom>
            <a:avLst/>
            <a:gdLst/>
            <a:ahLst/>
            <a:cxnLst/>
            <a:rect l="l" t="t" r="r" b="b"/>
            <a:pathLst>
              <a:path w="13606111" h="7653438">
                <a:moveTo>
                  <a:pt x="0" y="0"/>
                </a:moveTo>
                <a:lnTo>
                  <a:pt x="13606112" y="0"/>
                </a:lnTo>
                <a:lnTo>
                  <a:pt x="13606112" y="7653438"/>
                </a:lnTo>
                <a:lnTo>
                  <a:pt x="0" y="7653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2" b="-572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348287" y="266699"/>
            <a:ext cx="9591426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37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CONSULTAR DATOS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09650"/>
            <a:ext cx="16230600" cy="43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8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Ejercicio 2:</a:t>
            </a:r>
            <a:r>
              <a:rPr lang="en-US" sz="28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probar el funcionamiento de la aplicación web consultando los datos de 1 curso.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635305"/>
            <a:ext cx="162306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Resultado: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32494" y="2628900"/>
            <a:ext cx="13423011" cy="7036709"/>
          </a:xfrm>
          <a:custGeom>
            <a:avLst/>
            <a:gdLst/>
            <a:ahLst/>
            <a:cxnLst/>
            <a:rect l="l" t="t" r="r" b="b"/>
            <a:pathLst>
              <a:path w="13423011" h="7550443">
                <a:moveTo>
                  <a:pt x="0" y="0"/>
                </a:moveTo>
                <a:lnTo>
                  <a:pt x="13423010" y="0"/>
                </a:lnTo>
                <a:lnTo>
                  <a:pt x="13423010" y="7550443"/>
                </a:lnTo>
                <a:lnTo>
                  <a:pt x="0" y="7550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30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348287" y="266699"/>
            <a:ext cx="9591426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37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ACTUALIZAR DATOS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09650"/>
            <a:ext cx="16230600" cy="43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8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Ejercicio 3:</a:t>
            </a:r>
            <a:r>
              <a:rPr lang="en-US" sz="28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probar el funcionamiento de la aplicación web actualizando los datos de 1 curso.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635305"/>
            <a:ext cx="162306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Resultado: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44809" y="1266305"/>
            <a:ext cx="14598381" cy="7754389"/>
            <a:chOff x="0" y="0"/>
            <a:chExt cx="19464508" cy="103391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464508" cy="10339186"/>
            </a:xfrm>
            <a:prstGeom prst="rect">
              <a:avLst/>
            </a:prstGeom>
            <a:blipFill>
              <a:blip r:embed="rId4"/>
              <a:stretch>
                <a:fillRect b="-5896"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061960" y="6683391"/>
              <a:ext cx="1214564" cy="330754"/>
            </a:xfrm>
            <a:prstGeom prst="rect">
              <a:avLst/>
            </a:prstGeom>
            <a:blipFill>
              <a:blip r:embed="rId5"/>
              <a:stretch>
                <a:fillRect l="-790069" t="-1956951" r="-712522" b="-1253298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613371" y="1588457"/>
              <a:ext cx="4820194" cy="5416126"/>
            </a:xfrm>
            <a:prstGeom prst="rect">
              <a:avLst/>
            </a:prstGeom>
            <a:blipFill>
              <a:blip r:embed="rId6"/>
              <a:stretch>
                <a:fillRect l="-75628" t="-25183" r="-228183" b="-76967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37102" y="2628900"/>
            <a:ext cx="13413795" cy="7093860"/>
          </a:xfrm>
          <a:custGeom>
            <a:avLst/>
            <a:gdLst/>
            <a:ahLst/>
            <a:cxnLst/>
            <a:rect l="l" t="t" r="r" b="b"/>
            <a:pathLst>
              <a:path w="13413795" h="7545260">
                <a:moveTo>
                  <a:pt x="0" y="0"/>
                </a:moveTo>
                <a:lnTo>
                  <a:pt x="13413794" y="0"/>
                </a:lnTo>
                <a:lnTo>
                  <a:pt x="13413794" y="7545260"/>
                </a:lnTo>
                <a:lnTo>
                  <a:pt x="0" y="7545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1" b="-636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348287" y="266699"/>
            <a:ext cx="9591426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37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ELIMINAR DATOS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09650"/>
            <a:ext cx="16230600" cy="43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8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Ejercicio 4:</a:t>
            </a:r>
            <a:r>
              <a:rPr lang="en-US" sz="28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probar el funcionamiento de la aplicación web eliminando los datos de 1 curso.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635305"/>
            <a:ext cx="162306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Resultado: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28800" y="1257300"/>
            <a:ext cx="14630400" cy="77724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882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81655" y="266699"/>
            <a:ext cx="832469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 spc="42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94502"/>
            <a:ext cx="16230600" cy="365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25"/>
              </a:lnSpc>
            </a:pP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Puedo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concluir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esta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actividad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fue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gran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importancia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ya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a traves de las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realizadas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pudieron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consumir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los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microservicios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forma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correcta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realizar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distintas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operaciones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como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consultar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insertar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actualizar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eliminar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cursos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just">
              <a:lnSpc>
                <a:spcPts val="4125"/>
              </a:lnSpc>
            </a:pPr>
            <a:endParaRPr lang="en-US" sz="33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4125"/>
              </a:lnSpc>
            </a:pP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mismo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tiempo</a:t>
            </a:r>
            <a:r>
              <a:rPr lang="en-US" sz="33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puedo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decir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fue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importante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ya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me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permitio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comprobar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la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conexión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entre la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interfaz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web y la base de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datos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fue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correcta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ya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de lo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contrario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no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hubiese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sido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posible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consumir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los </a:t>
            </a:r>
            <a:r>
              <a:rPr lang="en-US" sz="33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microservicios</a:t>
            </a:r>
            <a:r>
              <a:rPr lang="en-US" sz="3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81655" y="266699"/>
            <a:ext cx="832469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 spc="42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FUENTES DE INFORMACION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94502"/>
            <a:ext cx="16230600" cy="407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00"/>
              </a:lnSpc>
            </a:pP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divcode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[@divcode7383]. (s/f).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como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CREAR un PROYECTO de ANGULAR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VISUAL STUDIO CODE [[Object Object]].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Youtube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Recuperado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12 de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junio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2026, de https://www.youtube.com/watch?v=k8o9-QX298g</a:t>
            </a:r>
          </a:p>
          <a:p>
            <a:pPr algn="just">
              <a:lnSpc>
                <a:spcPts val="4000"/>
              </a:lnSpc>
            </a:pPr>
            <a:endParaRPr lang="en-US" sz="32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4000"/>
              </a:lnSpc>
            </a:pP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Estilo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P. C. [@Programandoconestilo1]. (s/f).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Cómo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consumir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una API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RESTFul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 Angular: Tutorial paso a paso [[Object Object]].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Youtube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Recuperado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12 de </a:t>
            </a:r>
            <a:r>
              <a:rPr lang="en-US" sz="320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junio</a:t>
            </a: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2026, de https://www.youtube.com/watch?v=mTTVJcr0D_I</a:t>
            </a:r>
          </a:p>
          <a:p>
            <a:pPr algn="just">
              <a:lnSpc>
                <a:spcPts val="4000"/>
              </a:lnSpc>
            </a:pPr>
            <a:endParaRPr lang="en-US" sz="32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0597">
            <a:off x="-1062876" y="9289774"/>
            <a:ext cx="5046267" cy="3403937"/>
          </a:xfrm>
          <a:custGeom>
            <a:avLst/>
            <a:gdLst/>
            <a:ahLst/>
            <a:cxnLst/>
            <a:rect l="l" t="t" r="r" b="b"/>
            <a:pathLst>
              <a:path w="5046267" h="3403937">
                <a:moveTo>
                  <a:pt x="0" y="0"/>
                </a:moveTo>
                <a:lnTo>
                  <a:pt x="5046267" y="0"/>
                </a:lnTo>
                <a:lnTo>
                  <a:pt x="5046267" y="3403937"/>
                </a:lnTo>
                <a:lnTo>
                  <a:pt x="0" y="340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19222">
            <a:off x="15490288" y="-2497644"/>
            <a:ext cx="5595424" cy="3774368"/>
          </a:xfrm>
          <a:custGeom>
            <a:avLst/>
            <a:gdLst/>
            <a:ahLst/>
            <a:cxnLst/>
            <a:rect l="l" t="t" r="r" b="b"/>
            <a:pathLst>
              <a:path w="5595424" h="3774368">
                <a:moveTo>
                  <a:pt x="0" y="0"/>
                </a:moveTo>
                <a:lnTo>
                  <a:pt x="5595424" y="0"/>
                </a:lnTo>
                <a:lnTo>
                  <a:pt x="5595424" y="3774368"/>
                </a:lnTo>
                <a:lnTo>
                  <a:pt x="0" y="377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81655" y="266699"/>
            <a:ext cx="8324690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 spc="42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ANEXOS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1500" y="8176307"/>
            <a:ext cx="17145000" cy="1513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s-MX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Anexo link de acceso al código de este programa y a las actividades de la unidad 5 en GitHub:</a:t>
            </a:r>
            <a:endParaRPr lang="en-US" sz="32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4000"/>
              </a:lnSpc>
            </a:pPr>
            <a:endParaRPr lang="en-US" sz="32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4000"/>
              </a:lnSpc>
            </a:pPr>
            <a:r>
              <a:rPr lang="en-US" sz="32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4"/>
              </a:rPr>
              <a:t>https://github.com/Alan-Rodriguez0/TBD-Unidad-6.git</a:t>
            </a:r>
            <a:endParaRPr lang="en-US" sz="32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527</Words>
  <Application>Microsoft Office PowerPoint</Application>
  <PresentationFormat>Personalizado</PresentationFormat>
  <Paragraphs>61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Montserrat Light Bold</vt:lpstr>
      <vt:lpstr>Montserrat Light</vt:lpstr>
      <vt:lpstr>Arial</vt:lpstr>
      <vt:lpstr>Glacial Indifference Bold</vt:lpstr>
      <vt:lpstr>Glacial Indifference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Act. 6.2 Ejercicios - Alan Eduardo Rodríguez Silvestre</dc:title>
  <cp:lastModifiedBy>Alan Rodríguez</cp:lastModifiedBy>
  <cp:revision>7</cp:revision>
  <dcterms:created xsi:type="dcterms:W3CDTF">2006-08-16T00:00:00Z</dcterms:created>
  <dcterms:modified xsi:type="dcterms:W3CDTF">2026-06-13T12:43:41Z</dcterms:modified>
  <dc:identifier>DAG7pZjV7TA</dc:identifier>
</cp:coreProperties>
</file>